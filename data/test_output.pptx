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2AD0DE5-AD61-4ED4-82AC-700CE47984FD}">
          <p14:sldIdLst>
            <p14:sldId id="259"/>
            <p14:sldId id="2146846637"/>
            <p14:sldId id="260"/>
            <p14:sldId id="258"/>
            <p14:sldId id="2146846649"/>
            <p14:sldId id="263"/>
            <p14:sldId id="262"/>
            <p14:sldId id="2146846638"/>
            <p14:sldId id="2146846639"/>
            <p14:sldId id="2146846640"/>
            <p14:sldId id="2146846641"/>
            <p14:sldId id="2146846642"/>
            <p14:sldId id="264"/>
            <p14:sldId id="2146846647"/>
            <p14:sldId id="2146846648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CB79E0-5A42-5D4B-EBFB-22CD56EC14B6}" v="51" dt="2024-11-18T02:42:37.051"/>
    <p1510:client id="{31FE1B7D-8A7E-4617-B41B-756936798114}" v="552" dt="2024-11-18T02:35:28.813"/>
    <p1510:client id="{470B09E0-F87E-BBB7-3FB0-E3CCD59F948E}" v="4" dt="2024-11-18T02:43:19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D82AA-7BC3-43A1-B67F-A4A1F17BD863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D8AAD-7B1C-49C8-B87A-B3DDD56D8B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269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065181-56A9-8D8C-CD97-2B92D4F5DF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05" y="0"/>
            <a:ext cx="12182988" cy="5463309"/>
          </a:xfrm>
          <a:prstGeom prst="rect">
            <a:avLst/>
          </a:prstGeom>
        </p:spPr>
      </p:pic>
      <p:sp>
        <p:nvSpPr>
          <p:cNvPr id="8" name="Google Shape;183;p1">
            <a:extLst>
              <a:ext uri="{FF2B5EF4-FFF2-40B4-BE49-F238E27FC236}">
                <a16:creationId xmlns:a16="http://schemas.microsoft.com/office/drawing/2014/main" id="{C5377306-00A5-8F84-BB07-EA20975E4ABB}"/>
              </a:ext>
            </a:extLst>
          </p:cNvPr>
          <p:cNvSpPr/>
          <p:nvPr userDrawn="1"/>
        </p:nvSpPr>
        <p:spPr>
          <a:xfrm>
            <a:off x="0" y="-3384"/>
            <a:ext cx="12192000" cy="5466693"/>
          </a:xfrm>
          <a:prstGeom prst="rect">
            <a:avLst/>
          </a:prstGeom>
          <a:solidFill>
            <a:srgbClr val="004466">
              <a:alpha val="8235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7;p1">
            <a:extLst>
              <a:ext uri="{FF2B5EF4-FFF2-40B4-BE49-F238E27FC236}">
                <a16:creationId xmlns:a16="http://schemas.microsoft.com/office/drawing/2014/main" id="{C75F151D-CE53-E95F-4B09-573D6E8CCCD4}"/>
              </a:ext>
            </a:extLst>
          </p:cNvPr>
          <p:cNvSpPr/>
          <p:nvPr userDrawn="1"/>
        </p:nvSpPr>
        <p:spPr>
          <a:xfrm rot="-5400000" flipH="1">
            <a:off x="3819449" y="-2020687"/>
            <a:ext cx="4491759" cy="10476234"/>
          </a:xfrm>
          <a:prstGeom prst="corner">
            <a:avLst>
              <a:gd name="adj1" fmla="val 1356"/>
              <a:gd name="adj2" fmla="val 1219"/>
            </a:avLst>
          </a:prstGeom>
          <a:solidFill>
            <a:srgbClr val="C98B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89;p1">
            <a:extLst>
              <a:ext uri="{FF2B5EF4-FFF2-40B4-BE49-F238E27FC236}">
                <a16:creationId xmlns:a16="http://schemas.microsoft.com/office/drawing/2014/main" id="{D49CB72C-0C92-0686-C31D-2B628DDE3B52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27211" y="5766414"/>
            <a:ext cx="2256569" cy="8005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DBF373-D0B2-6D02-85CE-C2849C7D65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4881" y="2432437"/>
            <a:ext cx="9144000" cy="923330"/>
          </a:xfrm>
        </p:spPr>
        <p:txBody>
          <a:bodyPr anchor="b">
            <a:spAutoFit/>
          </a:bodyPr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XXXXXXX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E8363-96CA-4BC0-B750-E5EF766D8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4881" y="1736660"/>
            <a:ext cx="9144000" cy="590931"/>
          </a:xfrm>
        </p:spPr>
        <p:txBody>
          <a:bodyPr anchor="b">
            <a:sp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XXXXX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A70570-E086-9938-5AFC-26D4C7EFF0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7211" y="4141342"/>
            <a:ext cx="2292964" cy="540112"/>
          </a:xfrm>
          <a:ln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err="1"/>
              <a:t>Xxxx</a:t>
            </a:r>
            <a:r>
              <a:rPr lang="en-IN"/>
              <a:t> 00, 0000</a:t>
            </a:r>
          </a:p>
        </p:txBody>
      </p:sp>
    </p:spTree>
    <p:extLst>
      <p:ext uri="{BB962C8B-B14F-4D97-AF65-F5344CB8AC3E}">
        <p14:creationId xmlns:p14="http://schemas.microsoft.com/office/powerpoint/2010/main" val="178157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7EBCF1-BFE3-2D93-FAA1-2707528E18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22234" y="2704"/>
            <a:ext cx="4369766" cy="685529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3F31C-1D8A-430A-A8F1-B36938DC20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04035" y="6461860"/>
            <a:ext cx="2743200" cy="365125"/>
          </a:xfrm>
          <a:prstGeom prst="rect">
            <a:avLst/>
          </a:prstGeom>
        </p:spPr>
        <p:txBody>
          <a:bodyPr/>
          <a:lstStyle/>
          <a:p>
            <a:fld id="{144F72D8-3066-D443-88DA-457A17E9B3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52D8F2-B622-5FB2-834C-0CC34E44DDCC}"/>
              </a:ext>
            </a:extLst>
          </p:cNvPr>
          <p:cNvSpPr/>
          <p:nvPr userDrawn="1"/>
        </p:nvSpPr>
        <p:spPr>
          <a:xfrm>
            <a:off x="7823200" y="0"/>
            <a:ext cx="4368800" cy="6858000"/>
          </a:xfrm>
          <a:prstGeom prst="rect">
            <a:avLst/>
          </a:prstGeom>
          <a:solidFill>
            <a:srgbClr val="004466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6B2936-3000-C434-DE93-17C51DAF6CBF}"/>
              </a:ext>
            </a:extLst>
          </p:cNvPr>
          <p:cNvSpPr/>
          <p:nvPr userDrawn="1"/>
        </p:nvSpPr>
        <p:spPr>
          <a:xfrm>
            <a:off x="3491003" y="1352659"/>
            <a:ext cx="4859722" cy="45719"/>
          </a:xfrm>
          <a:prstGeom prst="rect">
            <a:avLst/>
          </a:prstGeom>
          <a:solidFill>
            <a:srgbClr val="C98B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7B579E3-B4B3-7C68-F127-35EB33F25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48165" y="922659"/>
            <a:ext cx="408940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Agenda</a:t>
            </a:r>
            <a:endParaRPr lang="en-IN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E28FF374-E0BC-AF99-877D-A542B28E78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164" y="2726471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99BBE0FE-0674-1E59-0568-D47E36FC85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345" y="2726471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CFD5C35E-7415-FC9C-76F3-AAD8F977B2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7738" y="2033059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937160C0-1CF2-7EE7-100D-D8704CF7AB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00345" y="2033059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04</a:t>
            </a:r>
            <a:endParaRPr lang="en-IN"/>
          </a:p>
        </p:txBody>
      </p:sp>
      <p:sp>
        <p:nvSpPr>
          <p:cNvPr id="50" name="Text Placeholder 32">
            <a:extLst>
              <a:ext uri="{FF2B5EF4-FFF2-40B4-BE49-F238E27FC236}">
                <a16:creationId xmlns:a16="http://schemas.microsoft.com/office/drawing/2014/main" id="{2F3778F3-CCA3-D782-FA30-0013AE8E5F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164" y="4178431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1602996B-3073-BA49-785E-28DF392138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00345" y="4178431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52" name="Text Placeholder 38">
            <a:extLst>
              <a:ext uri="{FF2B5EF4-FFF2-40B4-BE49-F238E27FC236}">
                <a16:creationId xmlns:a16="http://schemas.microsoft.com/office/drawing/2014/main" id="{22D0ED2E-7271-08AF-CE9A-57826A32C99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7738" y="3485019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53" name="Text Placeholder 38">
            <a:extLst>
              <a:ext uri="{FF2B5EF4-FFF2-40B4-BE49-F238E27FC236}">
                <a16:creationId xmlns:a16="http://schemas.microsoft.com/office/drawing/2014/main" id="{D8BE0D6B-050D-9593-4387-D4FAB23B91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00345" y="3485019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04</a:t>
            </a:r>
            <a:endParaRPr lang="en-IN"/>
          </a:p>
        </p:txBody>
      </p:sp>
      <p:sp>
        <p:nvSpPr>
          <p:cNvPr id="54" name="Text Placeholder 32">
            <a:extLst>
              <a:ext uri="{FF2B5EF4-FFF2-40B4-BE49-F238E27FC236}">
                <a16:creationId xmlns:a16="http://schemas.microsoft.com/office/drawing/2014/main" id="{AFA49830-3CEE-2FA2-A12F-510D390683D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164" y="5609878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55" name="Text Placeholder 32">
            <a:extLst>
              <a:ext uri="{FF2B5EF4-FFF2-40B4-BE49-F238E27FC236}">
                <a16:creationId xmlns:a16="http://schemas.microsoft.com/office/drawing/2014/main" id="{1E43B178-A52C-A3D2-D9CC-587D8F049A0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00345" y="5609878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56" name="Text Placeholder 38">
            <a:extLst>
              <a:ext uri="{FF2B5EF4-FFF2-40B4-BE49-F238E27FC236}">
                <a16:creationId xmlns:a16="http://schemas.microsoft.com/office/drawing/2014/main" id="{6450B32F-288B-8251-BBC1-2B458483212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7738" y="4916466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57" name="Text Placeholder 38">
            <a:extLst>
              <a:ext uri="{FF2B5EF4-FFF2-40B4-BE49-F238E27FC236}">
                <a16:creationId xmlns:a16="http://schemas.microsoft.com/office/drawing/2014/main" id="{82D5CA80-F285-F6E1-CED1-66F66AB63C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0345" y="4916466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04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16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3C719-6506-6CAC-95EA-D5129BF2CD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C6D06-DE44-9A6C-2096-8660858DE3F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99" y="1282876"/>
            <a:ext cx="11375999" cy="454409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35AE43-A29F-E9B1-67D1-B1B698D60C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41" y="6164934"/>
            <a:ext cx="1242211" cy="441278"/>
          </a:xfrm>
          <a:prstGeom prst="rect">
            <a:avLst/>
          </a:prstGeom>
        </p:spPr>
      </p:pic>
      <p:sp>
        <p:nvSpPr>
          <p:cNvPr id="16" name="TextBox 5">
            <a:extLst>
              <a:ext uri="{FF2B5EF4-FFF2-40B4-BE49-F238E27FC236}">
                <a16:creationId xmlns:a16="http://schemas.microsoft.com/office/drawing/2014/main" id="{5AE8CB8E-D294-8023-EC62-72F9D52D51A2}"/>
              </a:ext>
            </a:extLst>
          </p:cNvPr>
          <p:cNvSpPr txBox="1"/>
          <p:nvPr userDrawn="1"/>
        </p:nvSpPr>
        <p:spPr>
          <a:xfrm>
            <a:off x="9082495" y="6253365"/>
            <a:ext cx="26388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21BE7C9F-740F-2ECC-5D1A-F8923E67C4DB}"/>
              </a:ext>
            </a:extLst>
          </p:cNvPr>
          <p:cNvSpPr txBox="1"/>
          <p:nvPr userDrawn="1"/>
        </p:nvSpPr>
        <p:spPr>
          <a:xfrm>
            <a:off x="1915005" y="6253365"/>
            <a:ext cx="2853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Copyright © 2024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6714B7B-31C4-611D-14D4-2CA652CE7F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747405"/>
            <a:ext cx="11376025" cy="286232"/>
          </a:xfr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46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w view of tall buildings&#10;&#10;Description automatically generated">
            <a:extLst>
              <a:ext uri="{FF2B5EF4-FFF2-40B4-BE49-F238E27FC236}">
                <a16:creationId xmlns:a16="http://schemas.microsoft.com/office/drawing/2014/main" id="{7AAD6E17-287E-A779-4536-42AED89F18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1821" r="1540" b="1821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5" name="Google Shape;183;p1">
            <a:extLst>
              <a:ext uri="{FF2B5EF4-FFF2-40B4-BE49-F238E27FC236}">
                <a16:creationId xmlns:a16="http://schemas.microsoft.com/office/drawing/2014/main" id="{0F15368F-4479-F126-3D58-B140B97EE57B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4466">
              <a:alpha val="8235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84;g13e947437ff_0_167">
            <a:extLst>
              <a:ext uri="{FF2B5EF4-FFF2-40B4-BE49-F238E27FC236}">
                <a16:creationId xmlns:a16="http://schemas.microsoft.com/office/drawing/2014/main" id="{8DA536A1-78E7-80CB-F69E-026C34C05688}"/>
              </a:ext>
            </a:extLst>
          </p:cNvPr>
          <p:cNvSpPr/>
          <p:nvPr userDrawn="1"/>
        </p:nvSpPr>
        <p:spPr>
          <a:xfrm rot="-5400000" flipH="1">
            <a:off x="3393749" y="-1594987"/>
            <a:ext cx="5343160" cy="10476234"/>
          </a:xfrm>
          <a:prstGeom prst="corner">
            <a:avLst>
              <a:gd name="adj1" fmla="val 1356"/>
              <a:gd name="adj2" fmla="val 1219"/>
            </a:avLst>
          </a:prstGeom>
          <a:solidFill>
            <a:srgbClr val="C98B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CAD3B4-F756-63D0-4350-7BFD657A9E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223015"/>
            <a:ext cx="10127887" cy="840230"/>
          </a:xfrm>
        </p:spPr>
        <p:txBody>
          <a:bodyPr wrap="square" anchor="b">
            <a:spAutoFit/>
          </a:bodyPr>
          <a:lstStyle>
            <a:lvl1pPr>
              <a:defRPr sz="5400" b="1"/>
            </a:lvl1pPr>
          </a:lstStyle>
          <a:p>
            <a:r>
              <a:rPr lang="en-US"/>
              <a:t>XXXXXXX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118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80;g13e947437ff_0_167">
            <a:extLst>
              <a:ext uri="{FF2B5EF4-FFF2-40B4-BE49-F238E27FC236}">
                <a16:creationId xmlns:a16="http://schemas.microsoft.com/office/drawing/2014/main" id="{6FCC0B81-2495-2D64-1FD8-59E5995C5764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44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9671B-5A95-C3BA-5591-434844200FF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99" y="1253331"/>
            <a:ext cx="5181600" cy="435133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90FD5-A370-B512-9EED-337D3B15F4F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602400" y="1253331"/>
            <a:ext cx="5181600" cy="435133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583145-78F2-FCB9-9F04-C2FD13B828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41" y="6164934"/>
            <a:ext cx="1242211" cy="441278"/>
          </a:xfrm>
          <a:prstGeom prst="rect">
            <a:avLst/>
          </a:prstGeom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0DDE8294-CF52-2BF2-B499-13AD112209F8}"/>
              </a:ext>
            </a:extLst>
          </p:cNvPr>
          <p:cNvSpPr txBox="1"/>
          <p:nvPr userDrawn="1"/>
        </p:nvSpPr>
        <p:spPr>
          <a:xfrm>
            <a:off x="9082495" y="6253365"/>
            <a:ext cx="26388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2E8C9CF7-83A1-554E-C551-C36B20AD6F7E}"/>
              </a:ext>
            </a:extLst>
          </p:cNvPr>
          <p:cNvSpPr txBox="1"/>
          <p:nvPr userDrawn="1"/>
        </p:nvSpPr>
        <p:spPr>
          <a:xfrm>
            <a:off x="1915005" y="6253365"/>
            <a:ext cx="2853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Copyright © 2024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9C454C2-EB3F-4284-6DC2-90033D41D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51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680;g13e947437ff_0_167">
            <a:extLst>
              <a:ext uri="{FF2B5EF4-FFF2-40B4-BE49-F238E27FC236}">
                <a16:creationId xmlns:a16="http://schemas.microsoft.com/office/drawing/2014/main" id="{33C63043-92D2-A639-0FB6-C1B4952CECD3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44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C76C5-2056-9302-DB98-EE92746D0BD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99" y="1023047"/>
            <a:ext cx="5157787" cy="313932"/>
          </a:xfrm>
        </p:spPr>
        <p:txBody>
          <a:bodyPr anchor="b">
            <a:sp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Xxxxx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66678-0D8C-9738-8639-6B7E7D25D7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99" y="1402293"/>
            <a:ext cx="5157787" cy="4454361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414514-0DE7-C709-8667-1AE93F71D64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600809" y="1023047"/>
            <a:ext cx="5183188" cy="313932"/>
          </a:xfrm>
        </p:spPr>
        <p:txBody>
          <a:bodyPr anchor="b">
            <a:spAutoFit/>
          </a:bodyPr>
          <a:lstStyle>
            <a:lvl1pPr marL="0" indent="0">
              <a:buNone/>
              <a:defRPr sz="16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Xxxxx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13FC6D-CC1E-3314-ABFB-173FF51B0D1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600809" y="1402293"/>
            <a:ext cx="5183188" cy="445436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EA1D2D-7258-3D92-674A-3EBA27A7C6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41" y="6164934"/>
            <a:ext cx="1242211" cy="441278"/>
          </a:xfrm>
          <a:prstGeom prst="rect">
            <a:avLst/>
          </a:prstGeom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5DBB8C8C-D674-4167-9AEA-48E1C5C605BE}"/>
              </a:ext>
            </a:extLst>
          </p:cNvPr>
          <p:cNvSpPr txBox="1"/>
          <p:nvPr userDrawn="1"/>
        </p:nvSpPr>
        <p:spPr>
          <a:xfrm>
            <a:off x="9082495" y="6253365"/>
            <a:ext cx="26388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82DF936B-148C-C0AA-0794-79C6B42EB182}"/>
              </a:ext>
            </a:extLst>
          </p:cNvPr>
          <p:cNvSpPr txBox="1"/>
          <p:nvPr userDrawn="1"/>
        </p:nvSpPr>
        <p:spPr>
          <a:xfrm>
            <a:off x="1915005" y="6253365"/>
            <a:ext cx="2853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Copyright © 2024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7B262B8-E443-D6A1-FCB9-21A2292D16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66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0395-B5C3-DE8B-0D31-36EED71B6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99" y="350894"/>
            <a:ext cx="11375999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032FD568-EC45-D79B-10B2-30E084B4F1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747405"/>
            <a:ext cx="11376025" cy="286232"/>
          </a:xfr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Xxxxxxx</a:t>
            </a:r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68D743-E1A5-89A0-6BC1-5DBC880C93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41" y="6164934"/>
            <a:ext cx="1242211" cy="441278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A587A1E5-673F-E669-9A98-E217F3A2E5D3}"/>
              </a:ext>
            </a:extLst>
          </p:cNvPr>
          <p:cNvSpPr txBox="1"/>
          <p:nvPr userDrawn="1"/>
        </p:nvSpPr>
        <p:spPr>
          <a:xfrm>
            <a:off x="9082495" y="6253365"/>
            <a:ext cx="26388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68143DAB-84EA-FECA-573A-3FF2CFB103B2}"/>
              </a:ext>
            </a:extLst>
          </p:cNvPr>
          <p:cNvSpPr txBox="1"/>
          <p:nvPr userDrawn="1"/>
        </p:nvSpPr>
        <p:spPr>
          <a:xfrm>
            <a:off x="1915005" y="6253365"/>
            <a:ext cx="2853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Copyright © 2024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975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31CFFA-641D-730D-509C-3DFFF7A547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41" y="6164934"/>
            <a:ext cx="1242211" cy="4412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B1D4FB-AA4B-8D49-3EDB-DDFFF0289BD7}"/>
              </a:ext>
            </a:extLst>
          </p:cNvPr>
          <p:cNvSpPr txBox="1"/>
          <p:nvPr userDrawn="1"/>
        </p:nvSpPr>
        <p:spPr>
          <a:xfrm>
            <a:off x="9082495" y="6253365"/>
            <a:ext cx="26388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71705F-BA1E-6ECA-683C-09F50F53C258}"/>
              </a:ext>
            </a:extLst>
          </p:cNvPr>
          <p:cNvSpPr txBox="1"/>
          <p:nvPr userDrawn="1"/>
        </p:nvSpPr>
        <p:spPr>
          <a:xfrm>
            <a:off x="1915005" y="6253365"/>
            <a:ext cx="2853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Copyright © 2024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361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66;p54">
            <a:extLst>
              <a:ext uri="{FF2B5EF4-FFF2-40B4-BE49-F238E27FC236}">
                <a16:creationId xmlns:a16="http://schemas.microsoft.com/office/drawing/2014/main" id="{834E3211-F8B3-C8B1-985C-497C6421020D}"/>
              </a:ext>
            </a:extLst>
          </p:cNvPr>
          <p:cNvSpPr/>
          <p:nvPr userDrawn="1"/>
        </p:nvSpPr>
        <p:spPr>
          <a:xfrm>
            <a:off x="-3497" y="0"/>
            <a:ext cx="5227467" cy="6858000"/>
          </a:xfrm>
          <a:prstGeom prst="rect">
            <a:avLst/>
          </a:prstGeom>
          <a:solidFill>
            <a:srgbClr val="0044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70;p54">
            <a:extLst>
              <a:ext uri="{FF2B5EF4-FFF2-40B4-BE49-F238E27FC236}">
                <a16:creationId xmlns:a16="http://schemas.microsoft.com/office/drawing/2014/main" id="{DBC270F3-619F-D5A4-5856-2ED711B7FA58}"/>
              </a:ext>
            </a:extLst>
          </p:cNvPr>
          <p:cNvSpPr/>
          <p:nvPr userDrawn="1"/>
        </p:nvSpPr>
        <p:spPr>
          <a:xfrm>
            <a:off x="3666139" y="987151"/>
            <a:ext cx="4859722" cy="45719"/>
          </a:xfrm>
          <a:prstGeom prst="rect">
            <a:avLst/>
          </a:prstGeom>
          <a:solidFill>
            <a:srgbClr val="C98B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725B1C-D27E-1C17-9C39-BDB3984349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1545135"/>
            <a:ext cx="3932237" cy="16002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err="1"/>
              <a:t>Xxxxxxx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C4582-85BF-182E-A8F5-8FF32816CF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39761" y="1263196"/>
            <a:ext cx="6172200" cy="487362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BA40C-A466-9A99-FE41-7B0B45B95D5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236686"/>
            <a:ext cx="3932237" cy="2632302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err="1"/>
              <a:t>Xxxxx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50A00A-3BA4-6139-D0A1-65F783664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41" y="6164934"/>
            <a:ext cx="1242211" cy="441278"/>
          </a:xfrm>
          <a:prstGeom prst="rect">
            <a:avLst/>
          </a:prstGeom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B0913F91-2D36-5FCB-6799-467EEC3AFA5F}"/>
              </a:ext>
            </a:extLst>
          </p:cNvPr>
          <p:cNvSpPr txBox="1"/>
          <p:nvPr userDrawn="1"/>
        </p:nvSpPr>
        <p:spPr>
          <a:xfrm>
            <a:off x="9082495" y="6253365"/>
            <a:ext cx="26388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783530AB-9DE4-DF58-7705-9746CB3BB602}"/>
              </a:ext>
            </a:extLst>
          </p:cNvPr>
          <p:cNvSpPr txBox="1"/>
          <p:nvPr userDrawn="1"/>
        </p:nvSpPr>
        <p:spPr>
          <a:xfrm>
            <a:off x="1915005" y="6253365"/>
            <a:ext cx="2853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Copyright © 2024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197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66;p54">
            <a:extLst>
              <a:ext uri="{FF2B5EF4-FFF2-40B4-BE49-F238E27FC236}">
                <a16:creationId xmlns:a16="http://schemas.microsoft.com/office/drawing/2014/main" id="{A49D7C88-88EC-858A-AE1E-55F7F77985F3}"/>
              </a:ext>
            </a:extLst>
          </p:cNvPr>
          <p:cNvSpPr/>
          <p:nvPr userDrawn="1"/>
        </p:nvSpPr>
        <p:spPr>
          <a:xfrm>
            <a:off x="-3497" y="0"/>
            <a:ext cx="5227467" cy="6858000"/>
          </a:xfrm>
          <a:prstGeom prst="rect">
            <a:avLst/>
          </a:prstGeom>
          <a:solidFill>
            <a:srgbClr val="0044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70;p54">
            <a:extLst>
              <a:ext uri="{FF2B5EF4-FFF2-40B4-BE49-F238E27FC236}">
                <a16:creationId xmlns:a16="http://schemas.microsoft.com/office/drawing/2014/main" id="{205B5E3E-7B1F-0986-F5D5-E2BF7E1133F1}"/>
              </a:ext>
            </a:extLst>
          </p:cNvPr>
          <p:cNvSpPr/>
          <p:nvPr userDrawn="1"/>
        </p:nvSpPr>
        <p:spPr>
          <a:xfrm>
            <a:off x="3666139" y="987151"/>
            <a:ext cx="4859722" cy="45719"/>
          </a:xfrm>
          <a:prstGeom prst="rect">
            <a:avLst/>
          </a:prstGeom>
          <a:solidFill>
            <a:srgbClr val="C98B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B683DC-4DFE-AA23-EDF5-44654CFB5E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1545135"/>
            <a:ext cx="3932237" cy="16002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err="1"/>
              <a:t>Xxxxxxx</a:t>
            </a:r>
            <a:endParaRPr lang="en-IN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52E8B5E-605A-255D-E3F5-820437D88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39761" y="1263196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IN"/>
              <a:t>Add image/illustration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4EAD8E2-450C-80BA-CEC8-ABCA13D5A78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236686"/>
            <a:ext cx="3932237" cy="2632302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err="1"/>
              <a:t>Xxxxx</a:t>
            </a:r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91D8BC-AB6E-834C-2FE3-53570F465D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41" y="6164934"/>
            <a:ext cx="1242211" cy="441278"/>
          </a:xfrm>
          <a:prstGeom prst="rect">
            <a:avLst/>
          </a:prstGeom>
        </p:spPr>
      </p:pic>
      <p:sp>
        <p:nvSpPr>
          <p:cNvPr id="14" name="TextBox 5">
            <a:extLst>
              <a:ext uri="{FF2B5EF4-FFF2-40B4-BE49-F238E27FC236}">
                <a16:creationId xmlns:a16="http://schemas.microsoft.com/office/drawing/2014/main" id="{13D1AD71-08D2-1A00-4810-33C899472363}"/>
              </a:ext>
            </a:extLst>
          </p:cNvPr>
          <p:cNvSpPr txBox="1"/>
          <p:nvPr userDrawn="1"/>
        </p:nvSpPr>
        <p:spPr>
          <a:xfrm>
            <a:off x="9082495" y="6253365"/>
            <a:ext cx="26388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CF2B5088-5A61-3A19-D93F-89E26926F568}"/>
              </a:ext>
            </a:extLst>
          </p:cNvPr>
          <p:cNvSpPr txBox="1"/>
          <p:nvPr userDrawn="1"/>
        </p:nvSpPr>
        <p:spPr>
          <a:xfrm>
            <a:off x="1915005" y="6253365"/>
            <a:ext cx="2853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Copyright © 2024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Chryselys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603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203999" y="5373280"/>
            <a:ext cx="5579999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7" hasCustomPrompt="1"/>
          </p:nvPr>
        </p:nvSpPr>
        <p:spPr>
          <a:xfrm>
            <a:off x="6204000" y="1227206"/>
            <a:ext cx="5580000" cy="4023359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FEE145-5F87-F6AD-C12F-DE3708AECF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41" y="6164934"/>
            <a:ext cx="1242211" cy="4412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760EB7-3B6E-EC35-7F52-8B1F6AC2A222}"/>
              </a:ext>
            </a:extLst>
          </p:cNvPr>
          <p:cNvSpPr txBox="1"/>
          <p:nvPr userDrawn="1"/>
        </p:nvSpPr>
        <p:spPr>
          <a:xfrm>
            <a:off x="9082495" y="6253365"/>
            <a:ext cx="26388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5C0020-9EE7-E3EF-64A2-2D3946E16645}"/>
              </a:ext>
            </a:extLst>
          </p:cNvPr>
          <p:cNvSpPr txBox="1"/>
          <p:nvPr userDrawn="1"/>
        </p:nvSpPr>
        <p:spPr>
          <a:xfrm>
            <a:off x="1915005" y="6253365"/>
            <a:ext cx="2853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Copyright © 2024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F0F5B24-06EC-F1C7-D258-EB98ACEFD11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98" y="1227206"/>
            <a:ext cx="5580000" cy="455660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A955A9F-3B7E-1274-B9C9-2C46E065A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21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and 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E8988E4-A713-1E7C-9657-94CBCBACD5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4F39A7-5228-A06D-FABC-DAB0AD60207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04000" y="1227206"/>
            <a:ext cx="5580000" cy="455660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1539A8D-5741-0ACF-3CDB-538CB97D92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99" y="5373280"/>
            <a:ext cx="5579999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01A69EE-FE76-0FA2-79CB-9E04A0984E0C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08000" y="1227206"/>
            <a:ext cx="5580000" cy="4023359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DA6090-90A3-9629-FE20-403B9AEFAA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41" y="6164934"/>
            <a:ext cx="1242211" cy="4412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988B1E-96ED-BC20-B217-77D7B33265FD}"/>
              </a:ext>
            </a:extLst>
          </p:cNvPr>
          <p:cNvSpPr txBox="1"/>
          <p:nvPr userDrawn="1"/>
        </p:nvSpPr>
        <p:spPr>
          <a:xfrm>
            <a:off x="9082495" y="6253365"/>
            <a:ext cx="26388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F667EA-6430-7BAB-CACE-71342B50D600}"/>
              </a:ext>
            </a:extLst>
          </p:cNvPr>
          <p:cNvSpPr txBox="1"/>
          <p:nvPr userDrawn="1"/>
        </p:nvSpPr>
        <p:spPr>
          <a:xfrm>
            <a:off x="1915005" y="6253365"/>
            <a:ext cx="2853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Copyright © 2024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34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295764"/>
            <a:ext cx="10363200" cy="313932"/>
          </a:xfrm>
        </p:spPr>
        <p:txBody>
          <a:bodyPr anchor="t" anchorCtr="0">
            <a:sp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600" b="1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5267298"/>
            <a:ext cx="1036320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7" hasCustomPrompt="1"/>
          </p:nvPr>
        </p:nvSpPr>
        <p:spPr>
          <a:xfrm>
            <a:off x="914400" y="1701137"/>
            <a:ext cx="1036320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122013-1287-16F7-6810-F427C62910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3A3F7B-ADE2-9FA1-B582-16534EA40E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41" y="6164934"/>
            <a:ext cx="1242211" cy="4412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55C7FA-0DB9-38F8-D812-18FB1570747B}"/>
              </a:ext>
            </a:extLst>
          </p:cNvPr>
          <p:cNvSpPr txBox="1"/>
          <p:nvPr userDrawn="1"/>
        </p:nvSpPr>
        <p:spPr>
          <a:xfrm>
            <a:off x="9082495" y="6253365"/>
            <a:ext cx="26388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AACF6-E309-BB8E-4F88-E23BC12F9458}"/>
              </a:ext>
            </a:extLst>
          </p:cNvPr>
          <p:cNvSpPr txBox="1"/>
          <p:nvPr userDrawn="1"/>
        </p:nvSpPr>
        <p:spPr>
          <a:xfrm>
            <a:off x="1915005" y="6253365"/>
            <a:ext cx="2853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Copyright © 2024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07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5267298"/>
            <a:ext cx="505968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217920" y="5267298"/>
            <a:ext cx="505968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8" hasCustomPrompt="1"/>
          </p:nvPr>
        </p:nvSpPr>
        <p:spPr>
          <a:xfrm>
            <a:off x="914400" y="1701137"/>
            <a:ext cx="505968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9" hasCustomPrompt="1"/>
          </p:nvPr>
        </p:nvSpPr>
        <p:spPr>
          <a:xfrm>
            <a:off x="6217920" y="1701137"/>
            <a:ext cx="505968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2BD3B96-B436-19E7-26A3-3991090528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295764"/>
            <a:ext cx="10363200" cy="313932"/>
          </a:xfrm>
        </p:spPr>
        <p:txBody>
          <a:bodyPr anchor="t" anchorCtr="0">
            <a:sp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600" b="1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title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9D5DEC-EB56-4991-2596-101C18040C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55411A-DA0B-3D6A-5A50-4C44D0F0C9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41" y="6164934"/>
            <a:ext cx="1242211" cy="4412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06F2A3-61E5-3C48-871A-1F6296779809}"/>
              </a:ext>
            </a:extLst>
          </p:cNvPr>
          <p:cNvSpPr txBox="1"/>
          <p:nvPr userDrawn="1"/>
        </p:nvSpPr>
        <p:spPr>
          <a:xfrm>
            <a:off x="9082495" y="6253365"/>
            <a:ext cx="26388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CE64A6-1006-70C8-E573-5AE7FBFE3B3F}"/>
              </a:ext>
            </a:extLst>
          </p:cNvPr>
          <p:cNvSpPr txBox="1"/>
          <p:nvPr userDrawn="1"/>
        </p:nvSpPr>
        <p:spPr>
          <a:xfrm>
            <a:off x="1915005" y="6253365"/>
            <a:ext cx="2853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Copyright © 2024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487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5271246"/>
            <a:ext cx="329184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450080" y="5271246"/>
            <a:ext cx="329184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7985760" y="5271246"/>
            <a:ext cx="329184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22" hasCustomPrompt="1"/>
          </p:nvPr>
        </p:nvSpPr>
        <p:spPr>
          <a:xfrm>
            <a:off x="914400" y="1705085"/>
            <a:ext cx="329184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23" hasCustomPrompt="1"/>
          </p:nvPr>
        </p:nvSpPr>
        <p:spPr>
          <a:xfrm>
            <a:off x="4450080" y="1705085"/>
            <a:ext cx="329184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sz="half" idx="24" hasCustomPrompt="1"/>
          </p:nvPr>
        </p:nvSpPr>
        <p:spPr>
          <a:xfrm>
            <a:off x="7985760" y="1705085"/>
            <a:ext cx="329184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76D2AF0-2C0B-38EA-5BA9-58EB2F9B61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291817"/>
            <a:ext cx="10363200" cy="313932"/>
          </a:xfrm>
        </p:spPr>
        <p:txBody>
          <a:bodyPr anchor="t" anchorCtr="0">
            <a:sp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600" b="1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title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BE7800-A283-DE2B-FFC5-0EA0FDA6E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18273B-701E-A603-283B-27213B1746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41" y="6164934"/>
            <a:ext cx="1242211" cy="4412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7A344C-CB55-EC1D-8AE7-60DEA2BC3ECF}"/>
              </a:ext>
            </a:extLst>
          </p:cNvPr>
          <p:cNvSpPr txBox="1"/>
          <p:nvPr userDrawn="1"/>
        </p:nvSpPr>
        <p:spPr>
          <a:xfrm>
            <a:off x="9082495" y="6253365"/>
            <a:ext cx="26388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573064-E12A-537B-887C-952C34335138}"/>
              </a:ext>
            </a:extLst>
          </p:cNvPr>
          <p:cNvSpPr txBox="1"/>
          <p:nvPr userDrawn="1"/>
        </p:nvSpPr>
        <p:spPr>
          <a:xfrm>
            <a:off x="1915005" y="6253365"/>
            <a:ext cx="2853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Copyright © 2024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905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66;p54">
            <a:extLst>
              <a:ext uri="{FF2B5EF4-FFF2-40B4-BE49-F238E27FC236}">
                <a16:creationId xmlns:a16="http://schemas.microsoft.com/office/drawing/2014/main" id="{ABF0642C-8EA4-935D-E897-30BE0976D9FF}"/>
              </a:ext>
            </a:extLst>
          </p:cNvPr>
          <p:cNvSpPr/>
          <p:nvPr userDrawn="1"/>
        </p:nvSpPr>
        <p:spPr>
          <a:xfrm rot="16200000" flipH="1">
            <a:off x="5043620" y="-78298"/>
            <a:ext cx="5981702" cy="7014601"/>
          </a:xfrm>
          <a:prstGeom prst="snip2SameRect">
            <a:avLst>
              <a:gd name="adj1" fmla="val 1632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66;p54">
            <a:extLst>
              <a:ext uri="{FF2B5EF4-FFF2-40B4-BE49-F238E27FC236}">
                <a16:creationId xmlns:a16="http://schemas.microsoft.com/office/drawing/2014/main" id="{AAF2ECA1-3D63-E45B-BDCC-2859A8D05A22}"/>
              </a:ext>
            </a:extLst>
          </p:cNvPr>
          <p:cNvSpPr/>
          <p:nvPr userDrawn="1"/>
        </p:nvSpPr>
        <p:spPr>
          <a:xfrm rot="16200000" flipH="1">
            <a:off x="5890450" y="556846"/>
            <a:ext cx="6858002" cy="5744311"/>
          </a:xfrm>
          <a:prstGeom prst="snip2SameRect">
            <a:avLst>
              <a:gd name="adj1" fmla="val 19288"/>
              <a:gd name="adj2" fmla="val 0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35;p9">
            <a:extLst>
              <a:ext uri="{FF2B5EF4-FFF2-40B4-BE49-F238E27FC236}">
                <a16:creationId xmlns:a16="http://schemas.microsoft.com/office/drawing/2014/main" id="{A24423DC-1ED4-CCD8-DDE5-5C665DDEF09F}"/>
              </a:ext>
            </a:extLst>
          </p:cNvPr>
          <p:cNvSpPr/>
          <p:nvPr userDrawn="1"/>
        </p:nvSpPr>
        <p:spPr>
          <a:xfrm>
            <a:off x="12049904" y="0"/>
            <a:ext cx="1417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BC0395-B5C3-DE8B-0D31-36EED71B6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1752" y="3050435"/>
            <a:ext cx="2770630" cy="757130"/>
          </a:xfrm>
        </p:spPr>
        <p:txBody>
          <a:bodyPr wrap="square" anchor="ctr">
            <a:spAutoFit/>
          </a:bodyPr>
          <a:lstStyle>
            <a:lvl1pPr>
              <a:defRPr sz="2400" b="1"/>
            </a:lvl1pPr>
          </a:lstStyle>
          <a:p>
            <a:r>
              <a:rPr lang="en-US" err="1"/>
              <a:t>Xxxxxxxxx</a:t>
            </a:r>
            <a:r>
              <a:rPr lang="en-US"/>
              <a:t> </a:t>
            </a:r>
            <a:r>
              <a:rPr lang="en-US" err="1"/>
              <a:t>xxxxx</a:t>
            </a:r>
            <a:br>
              <a:rPr lang="en-US"/>
            </a:br>
            <a:r>
              <a:rPr lang="en-US"/>
              <a:t>xxx </a:t>
            </a:r>
            <a:r>
              <a:rPr lang="en-US" err="1"/>
              <a:t>xxxxxxxx</a:t>
            </a:r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68D743-E1A5-89A0-6BC1-5DBC880C93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41" y="6164934"/>
            <a:ext cx="1242211" cy="441278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A587A1E5-673F-E669-9A98-E217F3A2E5D3}"/>
              </a:ext>
            </a:extLst>
          </p:cNvPr>
          <p:cNvSpPr txBox="1"/>
          <p:nvPr/>
        </p:nvSpPr>
        <p:spPr>
          <a:xfrm>
            <a:off x="9082495" y="6253365"/>
            <a:ext cx="26388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68143DAB-84EA-FECA-573A-3FF2CFB103B2}"/>
              </a:ext>
            </a:extLst>
          </p:cNvPr>
          <p:cNvSpPr txBox="1"/>
          <p:nvPr/>
        </p:nvSpPr>
        <p:spPr>
          <a:xfrm>
            <a:off x="1915005" y="6253365"/>
            <a:ext cx="28087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Copyright © 2024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3941735" y="1022108"/>
            <a:ext cx="7600036" cy="4813784"/>
          </a:xfrm>
          <a:prstGeom prst="snip2DiagRect">
            <a:avLst>
              <a:gd name="adj1" fmla="val 0"/>
              <a:gd name="adj2" fmla="val 5607"/>
            </a:avLst>
          </a:prstGeom>
          <a:solidFill>
            <a:schemeClr val="bg1"/>
          </a:solidFill>
          <a:effectLst>
            <a:outerShdw blurRad="393700" dist="152400" dir="4260000" algn="tl" rotWithShape="0">
              <a:prstClr val="black">
                <a:alpha val="18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561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1E8E49-5AE9-836D-8D18-826F1047DB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704"/>
            <a:ext cx="12189347" cy="68552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D68BAD-3DF6-ABBB-4C91-4BB8E5DDA0D7}"/>
              </a:ext>
            </a:extLst>
          </p:cNvPr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004567">
              <a:alpha val="9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6B3152-D5D0-DAEB-B6DB-5E73477AC403}"/>
              </a:ext>
            </a:extLst>
          </p:cNvPr>
          <p:cNvSpPr txBox="1"/>
          <p:nvPr userDrawn="1"/>
        </p:nvSpPr>
        <p:spPr>
          <a:xfrm>
            <a:off x="4090579" y="2967335"/>
            <a:ext cx="40108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IN" sz="54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THANK</a:t>
            </a:r>
            <a:r>
              <a:rPr lang="en-IN" sz="5400" b="1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rPr>
              <a:t> </a:t>
            </a:r>
            <a:r>
              <a:rPr lang="en-IN" sz="540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057259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0BB6D2-77AA-325C-7AF9-D726858D2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5E27-2A2B-D8E4-65F9-7A0171015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380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2" r:id="rId11"/>
    <p:sldLayoutId id="2147483676" r:id="rId12"/>
    <p:sldLayoutId id="2147483673" r:id="rId13"/>
    <p:sldLayoutId id="2147483674" r:id="rId14"/>
    <p:sldLayoutId id="2147483675" r:id="rId15"/>
    <p:sldLayoutId id="2147483697" r:id="rId16"/>
    <p:sldLayoutId id="2147483696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Keytruda</a:t>
            </a:r>
          </a:p>
          <a:p>
            <a:r>
              <a:t>Commercial Forecast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NSCLC  |  United States  |  PD-1 Inhibitor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April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2000" cy="36576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6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Keytruda  ·  NSCLC  ·  United States  ·  PD-1 Inhibitor  ·  2026–2031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" y="1069848"/>
            <a:ext cx="2606040" cy="1261872"/>
          </a:xfrm>
          <a:prstGeom prst="rect">
            <a:avLst/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42416"/>
            <a:ext cx="2606040" cy="1261872"/>
          </a:xfrm>
          <a:prstGeom prst="roundRect">
            <a:avLst>
              <a:gd name="adj" fmla="val 6000"/>
            </a:avLst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42416"/>
            <a:ext cx="2606040" cy="50292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133856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PEAK NET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35024"/>
            <a:ext cx="242316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$59,240M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11096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Year 2031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069848"/>
            <a:ext cx="2606040" cy="1261872"/>
          </a:xfrm>
          <a:prstGeom prst="rect">
            <a:avLst/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72968" y="1042416"/>
            <a:ext cx="2606040" cy="1261872"/>
          </a:xfrm>
          <a:prstGeom prst="roundRect">
            <a:avLst>
              <a:gd name="adj" fmla="val 6000"/>
            </a:avLst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72968" y="1042416"/>
            <a:ext cx="2606040" cy="50292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33856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PEAK GROSS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1335024"/>
            <a:ext cx="242316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$75,949M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1911096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Before 22% discount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" y="2532888"/>
            <a:ext cx="2606040" cy="1261872"/>
          </a:xfrm>
          <a:prstGeom prst="rect">
            <a:avLst/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" y="2505456"/>
            <a:ext cx="2606040" cy="1261872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505456"/>
            <a:ext cx="2606040" cy="50292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2596896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PEAK TREATED PATIENTS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798064"/>
            <a:ext cx="242316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421,940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74136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Treated patients at peak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532888"/>
            <a:ext cx="2606040" cy="1261872"/>
          </a:xfrm>
          <a:prstGeom prst="rect">
            <a:avLst/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72968" y="2505456"/>
            <a:ext cx="2606040" cy="1261872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72968" y="2505456"/>
            <a:ext cx="2606040" cy="502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2596896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DISCOUNT / REBATE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408" y="2798064"/>
            <a:ext cx="242316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3374136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Commercial rebate rate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0176" y="1042416"/>
            <a:ext cx="5846064" cy="2724912"/>
          </a:xfrm>
          <a:prstGeom prst="roundRect">
            <a:avLst>
              <a:gd name="adj" fmla="val 6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1179576"/>
            <a:ext cx="557174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A4F72"/>
                </a:solidFill>
              </a:rPr>
              <a:t>FORECAST DETAILS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1426464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5D6D7E"/>
                </a:solidFill>
              </a:rPr>
              <a:t>Product: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31736" y="1426464"/>
            <a:ext cx="46573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Keytruda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1700784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5D6D7E"/>
                </a:solidFill>
              </a:rPr>
              <a:t>Indication: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31736" y="1700784"/>
            <a:ext cx="46573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NSCLC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1975104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5D6D7E"/>
                </a:solidFill>
              </a:rPr>
              <a:t>Country: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31736" y="1975104"/>
            <a:ext cx="46573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United States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2249424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5D6D7E"/>
                </a:solidFill>
              </a:rPr>
              <a:t>Class/MoA: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31736" y="2249424"/>
            <a:ext cx="46573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PD-1 Inhibitor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2523744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5D6D7E"/>
                </a:solidFill>
              </a:rPr>
              <a:t>Launch: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31736" y="2523744"/>
            <a:ext cx="46573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4768" y="2798064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5D6D7E"/>
                </a:solidFill>
              </a:rPr>
              <a:t>Peak Year: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31736" y="2798064"/>
            <a:ext cx="46573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2031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Assumptions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2000" cy="36576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Key Forecast Assumptions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768096"/>
          <a:ext cx="11460479" cy="5861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305"/>
                <a:gridCol w="1489862"/>
                <a:gridCol w="2292096"/>
                <a:gridCol w="5157216"/>
              </a:tblGrid>
              <a:tr h="58613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Range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Rationale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</a:tr>
              <a:tr h="58613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Total Population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335,000,000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31,82,50,000 - 35,17,50,000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Total population in United States based on 2024 census data.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13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Prevalence Rate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0.0840 - 0.1560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Approximately 12% of lung cancer patients are diagnosed with non-small cell lung cancer (NSCLC) at advanced stages requiring systemic therap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8613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Diagnosis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65.0%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55% - 72%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Estimated 65% molecular/biomarker testing rate for advanced NSCLC patients to determine immunotherapy eligibility, consistent with current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13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Treatment Rate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45.0%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36% - 52%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Approximately 45% of advanced NSCLC patients are eligible for and receive PD-1/PD-L1 targeted immunotherapies as first or second-line treatm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8613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Eligibility Criteria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30% - 46%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Estimated 40% of NSCLC patients are PD-L1 positive (&gt;50% expression) and eligible for PD-1 inhibitor monotherapy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13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Peak Class Share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35.0%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20% - 55%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PD-1 inhibitors represent approximately 35% market share in advanced NSCLC treatment landscape, based on current treatment algorithms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8613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Peak Product 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15% - 40%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Estimated 25% market share within PD-1 inhibitor class for a novel entrant, considering existing competition from pembrolizumab and other 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13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Annual Cost per Patient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$180,000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$45,000 - $95,000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Typical annual cost for PD-1 inhibitor therapy in advanced NSCLC, ranging $150,000-$200,000 per patient in the US market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8613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Discount/Rebate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22.0%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15-30%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Standard commercial rebates of 15-25% expected for new PD-1 inhibitor entrants negotiating with US payers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2000" cy="36576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Revenue Forecast ($M)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13232"/>
            <a:ext cx="114604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2000" cy="36576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Patient Volume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13232"/>
            <a:ext cx="114604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2000" cy="36576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Market Share Ramp (%)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13232"/>
            <a:ext cx="114604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2000" cy="36576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Year-by-Year Forecast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768096"/>
          <a:ext cx="11460476" cy="5888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233"/>
                <a:gridCol w="1375257"/>
                <a:gridCol w="1031443"/>
                <a:gridCol w="1031443"/>
                <a:gridCol w="1375257"/>
                <a:gridCol w="1604467"/>
                <a:gridCol w="1375257"/>
                <a:gridCol w="1031443"/>
                <a:gridCol w="1833676"/>
              </a:tblGrid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Eligible Pts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Class %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Prod %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Treated Pts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Cost / Pt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Gross ($M)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Disc %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Net ($M)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10,452,000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7,055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$1269.9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$990.5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2027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10,504,260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8.8%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5.8%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23,891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$180,000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$4300.3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$3354.2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2028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10,556,781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80,571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$14502.8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$11312.2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2029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10,609,565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24.3%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17.2%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199,521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$180,000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$35913.7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$28012.7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2030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10,662,613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31.2%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333,216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$59978.8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$46783.5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2031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10,715,926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35.0%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421,940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$180,000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$75949.1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C9922A"/>
                          </a:solidFill>
                        </a:rPr>
                        <a:t>$59240.3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hryselys">
      <a:dk1>
        <a:srgbClr val="004567"/>
      </a:dk1>
      <a:lt1>
        <a:srgbClr val="FFFFFF"/>
      </a:lt1>
      <a:dk2>
        <a:srgbClr val="C98B27"/>
      </a:dk2>
      <a:lt2>
        <a:srgbClr val="EAECEC"/>
      </a:lt2>
      <a:accent1>
        <a:srgbClr val="9BC0E2"/>
      </a:accent1>
      <a:accent2>
        <a:srgbClr val="8295AE"/>
      </a:accent2>
      <a:accent3>
        <a:srgbClr val="FFC000"/>
      </a:accent3>
      <a:accent4>
        <a:srgbClr val="4472C4"/>
      </a:accent4>
      <a:accent5>
        <a:srgbClr val="5B9BD5"/>
      </a:accent5>
      <a:accent6>
        <a:srgbClr val="44546A"/>
      </a:accent6>
      <a:hlink>
        <a:srgbClr val="5F5F5F"/>
      </a:hlink>
      <a:folHlink>
        <a:srgbClr val="919191"/>
      </a:folHlink>
    </a:clrScheme>
    <a:fontScheme name="Chryselys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Aishwarya Naik</dc:creator>
  <cp:revision>2</cp:revision>
  <dcterms:created xsi:type="dcterms:W3CDTF">2022-11-18T09:32:53Z</dcterms:created>
  <dcterms:modified xsi:type="dcterms:W3CDTF">2026-04-10T11:14:51Z</dcterms:modified>
</cp:coreProperties>
</file>